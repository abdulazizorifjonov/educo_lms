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12D3A"/>
                </a:solidFill>
              </a:defRPr>
            </a:pPr>
            <a:r>
              <a:t>EDUCO.LMS  •  BOSHLIQ (OWNER) NIZOMI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Boshliq Rolining Barcha Sahifalari</a:t>
            </a:r>
          </a:p>
          <a:p>
            <a:pPr>
              <a:spcAft>
                <a:spcPts val="2400"/>
              </a:spcAft>
              <a:defRPr sz="2200">
                <a:solidFill>
                  <a:srgbClr val="06B6D4"/>
                </a:solidFill>
              </a:defRPr>
            </a:pPr>
            <a:r>
              <a:t>To'liq Skrinshotlar va Qadam-baqadam Foydalanish Qo'llanmasi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Boshqaruv Paneli  |  Foydalanuvchilar  |  Parollar  |  Kurslar  |  Guruhlar  |  Davomat  |  Chat  |  Payroll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669280"/>
            <a:ext cx="996696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Litsenziya: Rasmiy Yo'riqnoma  •  Alisher Qodirov (Boshliq)  •  Toshkent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XAVFSIZLIK VA AVTORIZATSIYA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01. Tizimga Kirish Sahifasi (Login)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Telefon raqam (+998), Username yoki Email orqali tezkor kirish.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Kirish maydonida '+998 ' prefiksi avtomatik chiqadi va raqamlar terilishi bilan probellar bilan shakllanadi (+998 90 123 45 67).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Parol ko'rinishini boshqarish uchun ko'zcha (Eye) tugmasi.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Boshliq ma'lumotlari kiritilishi bilan avtomatik Boshliq boshqaruv paneliga (/owner/dashboard) yo'naltiriladi.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1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2D3A"/>
                </a:solidFill>
              </a:defRPr>
            </a:pPr>
            <a:r>
              <a:t>ASOSIY PORTAL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02. Boshliq Boshqaruv Paneli (Dashboard)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12D3A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O'quv markazining real vaqtdagi 6 ta asosiy statistik ko'rsatkichi: Jami talabalar, Ustozlar, Administratorlar, Guruhlar, Faol guruhlar va Kurslar.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Bugungi o'tiladigan darslar ro'yxati va dars xonalari taqsimoti.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Haftalik davomat ko'rsatkichlari dinamikasi va umumiy davomat darajasi.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Tezkor amallar tugmalari: Yangi o'quvchi qo'shish, O'qituvchi qo'shish, Guruh yaratish va Hisobotlar.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XODIMLAR VA O'QUVCHILAR RO'YXATI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03. Foydalanuvchilar Boshqaruvi (Users)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Markazning barcha foydalanuvchilari (Adminlar, O'qituvchilar, Talabalar) to'liq ro'yxati.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Rollar bo'yicha saralash (filter) va Ism/Telefon bo'yicha tezkor qidiruv.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Yangi foydalanuvchi ochish (+ Foydalanuvchi yaratish) tugmasi.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Har bir akkauntni tahrirlash (Edit), parolini yangilash (Key) va faollik holatini (Status) bir bosishda boshqarish.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MAXSUS PAROLLAR NAZORATI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http://localhost:5173/owner/passwords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04. Parollar va Xavfsizlik Bo'limi (Passwords)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ass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Barcha xodimlar va o'quvchilar parollarini markazlashgan holda ko'rish.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Nusxa olish (Copy) tugmasi: Bitta bosishda login va parolni nusxalab, Telegram orqali xodimga yuborish imkoni.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Avto-parol generatori va yangi parol biriktirish (Tahrirlash tugmasi orqali).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Barcha parollarni bittada ochish yoki yashirish imkoniyati.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TA'LIM YO'NALISHLARI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05. Kurslar Boshqaruvi (Courses)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Barcha o'quv yo'nalishlari: Frontend React, Python Backend, IELTS Intensive, UI/UX Design va boshqalar.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Har bir kursning oylik to'lov summasi (Monthly fee), kodi va yo'nalishi.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Kursga tegishli faol guruhlar soni va umumiy talabalar statistikasi.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Yangi kurs qo'shish va eskirgan kurslarni arxivlash.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SINFLAR VA GURUHLAR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06. Guruhlar Boshqaruvi (Groups)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Guruh nomi, kursi, biriktirilgan o'qituvchi, dars xonasi va o'quvchilar sig'imi (masalan: 16 kishi).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Talabalarni guruhga qabul qilish (Enroll) va boshqa guruhga ko'chirish (Transfer).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Guruhning boshlanish va tugash sanalari, dars kunlari va soatlari.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Faol va arxivlangan guruhlar bo'yicha qulay filtrlash.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INTERAKTIV 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07. Haftalik Dars Jadvali (Schedule)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Dushanbadan Yakshanbagacha haftalik darslar jadvali interaktiv vizual ko'rinishda.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Har bir guruh o'zining alohida rangida ajratib ko'rsatiladi.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Xona to'qnashuvi nazorati: Bir xonaga bir vaqtda 2 ta dars belgilanishining oldi olinadi.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O'qituvchi bandligi nazorati: O'qituvchining dars vaqtlari to'g'ri taqsimlanadi.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DAVOMAT VA QATNASHISH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08. Kunlik Davomat Tizimi (Attendance)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Kunlik darslar bo'yicha talabalar davomatini tezkor belgilash.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4 xil status: Hozir (Present / Yashil), Kech qoldi (Late / Sariq), Sababli (Excused / Ko'k), Sababsiz (Unexcused / Qizil).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Sababli qoldirilgan darslar uchun izoh yozish imkoniyati.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Oylik davomat hisoboti va umumiy davomat foizlari shakllantirilishi.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O'ZLASHTIRISH VA BAHOLAR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09. 5-Ballik Baholash Tizimi (Grades)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 bilimini 1 dan 5 gacha standart shkalada baholash: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5 (A'lo), 4 (Yaxshi), 3 (Qoniqarli), 2 (Qoniqarsiz), 1 (Yomon).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Har bir baho uchun o'qituvchi tomonidan yo'naltiruvchi fikr (Feedback) kiritish.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O'quvchining davrlar bo'yicha o'rtacha balli va baholar tarixi.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VAZIFALAR VA TOPSHIRIQLAR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10. Uyga Vazifalar Nazorati (Homework)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Yangi uyga vazifa yaratish, mavzu, topshirish muddati (Deadline) belgilash.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Vazifaga kitob, fayl, rasm va qo'shimcha topshiriqlarni biriktirish.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 tomonidan yuborilgan javoblarni ko'rish, qabul qilish yoki qaytarish.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Topshirilgan, topshirilmagan va kechiktirilgan vazifalar statistikasi.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ELEKTRON KUTUBXONA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11. O'quv Materiallari Markazi (Materials)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Darsliklar, PDF qo'llanmalar, taqdimotlar va dastur kodlarini guruhlarga yuklash.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Guruhlar va kurslar bo'yicha saralangan elektron kutubxona.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Fayl hajmi va yuklangan sanasi bilan qulay kartochkalar.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 o'z kabinetidan materiallarni bir bosishda yuklab olishi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1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2D3A"/>
                </a:solidFill>
              </a:defRPr>
            </a:pPr>
            <a:r>
              <a:t>XABARNOMALAR VA E'LONLAR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http://localhost:5173/owner/announcements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12. Markaz E'lonlari (Announcements)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announc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12D3A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Markaz bo'yicha umumiy yoki alohida guruhlarga e'lonlar yaratish.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Muhim sanalar, bayramlar, imtihonlar va o'zgarishlar haqida tezkor ogohlantirish.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E'lon chop etilishi bilan barcha foydalanuvchilar ekranida bildirishnoma chiqadi.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Eski e'lonlarni tahrirlash va arxivlash imkoni.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TELEGRAM USLUBIDAGI ALOQA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13. Guruh Chati va Video/Audio Xabarlar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Har bir guruh uchun alohida umumiy dars chati va xodimlar ichki chati.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To'rtburchak Video Xabar (Video Recorder): 60 soniyali video, kamerani old/orqa o'girish tugmasi.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Ovozli xabarlar (Audio Recorder) yozish va bir zumda yuborish.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Rasm, fayl, hujjatlar yuborish, reply va xabarni o'chirish imkoniyati.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1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2D3A"/>
                </a:solidFill>
              </a:defRPr>
            </a:pPr>
            <a:r>
              <a:t>FAQAT BOSHLIQ (OWNER) UCHUN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14. Ish Haqi va Oyliklar (Payroll)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12D3A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3 xil oylik hisoblash usuli: Fiks (Fixed Monthly), Soatbay (Hourly), Darsbay (Per Lesson).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Oylik davrlarini ochish (masalan: Oktyabr 2026), hisoblash va yopish.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O'qituvchilarning o'tgan darslari va soatlari bo'yicha avtomatik oylik hisoboti.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Bonuslar va ushlanmalarni kiritish, barcha to'lovlarni Excel (CSV)ga eksport qilish.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MOLIYA VA KASSA HISOBI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15. O'qish To'lovlari Nazorati (Tuition)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Talabalarning o'qish to'lovlari holati: To'langan (Paid), Qisman (Partial), Qarzdor (Unpaid).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Kassa orqali yangi to'lovni qabul qilish (Naqd, Karta, Bank o'tkazmasi).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Talabalar bo'yicha to'lovlar tarixi va kvitansiyalar hisobi.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Qarzdor talabalar bo'yicha tezkor eslatmalar va umumiy moliyaviy tushumlar balansi.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KENG QAMROVLI ANALITIKA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16. Hisobotlar Markazi (Reports)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Davomat hisoboti: Qatnashish darajasi va guruhlar bo'yicha qoldirilgan darslar analitikasi.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Baholar hisoboti: Talabalar va kurslar bo'yicha o'rtacha o'zlashtirish ko'rsatkichlari.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O'qituvchilar hisoboti: O'tilgan darslar soati va ustozlar yuklamasi.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Sanalarni tanlash orqali barcha hisobotlarni Excel (CSV) fayl ko'rinishida yuklab olish.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XAVFSIZLIK VA HARAKATLAR TARIXI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17. Xavfsizlik Audit Jurnali (Audit Log)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Faqat Boshliq uchun ochiq: Tizimda sodir bo'lgan har bir amal to'liq qayd etiladi.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Foydalanuvchi yaratilishi, parol o'zgartirilishi, guruhdan o'chirish yoki baho qo'yish aniq vaqti bilan saqlanadi.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Amalni kim bajarganligi va qaysi obyektga ta'sir qilganligi ko'rsatiladi.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Markaz xavfsizligi va shaffofligini ta'minlovchi asosiy nazorat vositasi.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REAL VAQTDAGI SIGNALAR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18. Bildirishnomalar Markazi (Notifications)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Markazdagi barcha muhim hodisalar haqidagi real vaqtdagi bildirishnomalar.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Yangi to'lovlar tushishi, dars jadvali o'zgarishi, yangi baholar va guruhga qabullar.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O'qilmagan bildirishnomalar soni va barchasini o'qilgan deb belgilash tugmasi.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Bildirishnomani bosish orqali to'g'ridan-to'g'ri tegishli bo'limga o'tish.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1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6032"/>
            <a:ext cx="31089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KONFIGURATSIYA VA MOSLASHTIRISH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</a:defRPr>
            </a:pPr>
            <a:r>
              <a:t>URL: http://localhost:5173/owner/settings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19. Markaz va Tizim Sozlamalari (Settings)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152144"/>
            <a:ext cx="7754112" cy="43936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320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52144"/>
            <a:ext cx="323057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9304"/>
            <a:ext cx="28648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SAHIFA IMKONIYATLARI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O'quv markazi nomi, logotipi va vaqt mintaqasi (Asia/Tashkent).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Davomat qoidalari: Avto-davomat vaqti va sukut bo'yicha sabablar.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Til sozlamalari (O'zbek, Rus, Ingliz, Arab tillari o'rtasida bir zumda almashtirish).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• Tungi (Dark) va Kunduzgi (Light) rejimlar, profil parolini yangilash.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E2E8F0"/>
                </a:solidFill>
              </a:defRPr>
            </a:pPr>
            <a:r>
              <a:t>💡 Boshliq tavsiyasi: Ushbu bo'limda kiritilgan barcha o'zgarishlar real vaqtda bazaga saqlanadi va butun markaz tizimiga ta'sir qiladi.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EDUCO LMS — Boshliq Uchun 5 Oltin Qoida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1. Akkauntlarni O'z Vaqtida Yarating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Admin va o'qituvchilarni 'Foydalanuvchilar' bo'limidan oching. Ularga login uchun telefon raqam va kamida 6 belgili parol bering.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103628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2. Parollarni Markazlashgan Nazorat Qiling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'Parollar' bo'limida barcha xodim va talabalar parollarini 1 ta bosishda nusxa olib Telegram orqali yuborishingiz mumkin.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03628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3. Dars Jadvali To'qnashuvlariga Yo'l Qo'ymang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'Dars jadvali' bo'limi xona va o'qituvchi vaqtlarini avtomatik tekshiradi, qizil ogohlantirishlarga e'tibor qarating.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51960"/>
            <a:ext cx="103628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4. Oylik Maoshlarni (Payroll) Oy Yakunida Tasdiqlang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Har oy oxirida oylik davrini ochib, darsbay yoki fiks hisoblangan maoshlarni tasdiqlab, hisobotni Excelga yuklab oling.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5. Audit Jurnali Orqali Xavfsizlikni Nazorat Qiling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Tizimda kim qachon kirdi, nimalarni tahrirladi yoki o'chirdi — 'Audit jurnali'da to'liq saqlanadi.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